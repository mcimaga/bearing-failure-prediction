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9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3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2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0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9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2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3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1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8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B5EE9-E88C-4119-8CCC-7599DB288FAA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F10EC-053B-433F-8ED5-0FF2210E7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13"/>
            <a:ext cx="12205206" cy="68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8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26"/>
            <a:ext cx="12192000" cy="688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4"/>
            <a:ext cx="12192000" cy="684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9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4428"/>
            <a:ext cx="12191998" cy="696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2237"/>
            <a:ext cx="12191998" cy="690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8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35" y="0"/>
            <a:ext cx="12232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2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61"/>
            <a:ext cx="12192000" cy="684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90"/>
            <a:ext cx="12192000" cy="687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0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1"/>
            <a:ext cx="12192000" cy="684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3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6565"/>
            <a:ext cx="12191998" cy="689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0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106"/>
            <a:ext cx="12191998" cy="687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7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5270"/>
            <a:ext cx="12191998" cy="69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2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108"/>
            <a:ext cx="12192000" cy="689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4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0892"/>
            <a:ext cx="12191998" cy="691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5007"/>
            <a:ext cx="12191998" cy="690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9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14" y="1"/>
            <a:ext cx="12235428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6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4807"/>
            <a:ext cx="12191998" cy="690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2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5</cp:revision>
  <dcterms:created xsi:type="dcterms:W3CDTF">2026-08-07T10:33:50Z</dcterms:created>
  <dcterms:modified xsi:type="dcterms:W3CDTF">2026-08-07T11:15:35Z</dcterms:modified>
</cp:coreProperties>
</file>